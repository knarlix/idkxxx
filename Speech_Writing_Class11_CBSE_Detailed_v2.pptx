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Speech 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11 – CBSE English Core</a:t>
            </a:r>
          </a:p>
          <a:p>
            <a:r>
              <a:t>Detailed Explanation, Tips, Templates &amp;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Speech Writing?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Speech writing is the art of expressing ideas, emotions, and opinions in spoken words, crafted for a specific audience. It aims to inform, persuade, or inspire.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a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To inform or educate the audience</a:t>
            </a:r>
          </a:p>
          <a:p>
            <a:pPr/>
            <a:r>
              <a:t>To persuade or motivate listeners</a:t>
            </a:r>
          </a:p>
          <a:p>
            <a:pPr/>
            <a:r>
              <a:t>To entertain or inspire people</a:t>
            </a:r>
          </a:p>
          <a:p>
            <a:pPr/>
            <a:r>
              <a:t>To express opinions on relevant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Format of a Speech (CBSE)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Title/Topic</a:t>
            </a:r>
          </a:p>
          <a:p>
            <a:pPr/>
            <a:r>
              <a:t>2. Salutation (Respected Principal, teachers, and my dear friends, etc.)</a:t>
            </a:r>
          </a:p>
          <a:p>
            <a:pPr/>
            <a:r>
              <a:t>3. Introduction – Begin with a quote, question, or greeting</a:t>
            </a:r>
          </a:p>
          <a:p>
            <a:pPr/>
            <a:r>
              <a:t>4. Body – Discuss main points logically</a:t>
            </a:r>
          </a:p>
          <a:p>
            <a:pPr/>
            <a:r>
              <a:t>5. Conclusion – End with a strong closing statement or appeal</a:t>
            </a:r>
          </a:p>
          <a:p>
            <a:pPr/>
            <a:r>
              <a:t>6. Word Limit: 120–150 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a Good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Clarity and coherence of ideas</a:t>
            </a:r>
          </a:p>
          <a:p>
            <a:pPr/>
            <a:r>
              <a:t>Engaging and logical structure</a:t>
            </a:r>
          </a:p>
          <a:p>
            <a:pPr/>
            <a:r>
              <a:t>Appropriate tone and vocabulary</a:t>
            </a:r>
          </a:p>
          <a:p>
            <a:pPr/>
            <a:r>
              <a:t>Use of rhetorical devices (questions, repetition, quotations)</a:t>
            </a:r>
          </a:p>
          <a:p>
            <a:pPr/>
            <a:r>
              <a:t>Strong emotional or persuasive appeal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Writing a Speech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Start with a captivating introduction</a:t>
            </a:r>
          </a:p>
          <a:p>
            <a:pPr/>
            <a:r>
              <a:t>Maintain logical flow and transitions</a:t>
            </a:r>
          </a:p>
          <a:p>
            <a:pPr/>
            <a:r>
              <a:t>Keep sentences short and impactful</a:t>
            </a:r>
          </a:p>
          <a:p>
            <a:pPr/>
            <a:r>
              <a:t>Support arguments with facts or examples</a:t>
            </a:r>
          </a:p>
          <a:p>
            <a:pPr/>
            <a:r>
              <a:t>Add personal touch and emotion</a:t>
            </a:r>
          </a:p>
          <a:p>
            <a:pPr/>
            <a:r>
              <a:t>End memorably with a call to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Speech Writing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Topic: _______________________</a:t>
            </a:r>
          </a:p>
          <a:p/>
          <a:p>
            <a:r>
              <a:t>Respected Principal, teachers, and my dear friends,</a:t>
            </a:r>
          </a:p>
          <a:p>
            <a:r>
              <a:t>Good morning to all of you. I am ______ (name), and today I am going to express my views on the topic “__________”.</a:t>
            </a:r>
          </a:p>
          <a:p/>
          <a:p>
            <a:r>
              <a:t>(Body – include 2–3 main points, examples, or statistics)</a:t>
            </a:r>
          </a:p>
          <a:p/>
          <a:p>
            <a:r>
              <a:t>To conclude, I would like to say that ____________________.</a:t>
            </a:r>
          </a:p>
          <a:p>
            <a:r>
              <a:t>Thank you and have a wonderful day!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Speech 1 – Importance of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Respected Principal, teachers, and my dear friends,</a:t>
            </a:r>
          </a:p>
          <a:p>
            <a:r>
              <a:t>Good morning to all. Today I am going to speak on the topic ‘Importance of Discipline’. </a:t>
            </a:r>
          </a:p>
          <a:p>
            <a:r>
              <a:t>Discipline is the foundation of success. It keeps us organized, punctual, and responsible. </a:t>
            </a:r>
          </a:p>
          <a:p>
            <a:r>
              <a:t>Without discipline, life becomes chaotic. Students must follow rules, respect elders, and stay focused.</a:t>
            </a:r>
          </a:p>
          <a:p>
            <a:r>
              <a:t>To conclude, discipline shapes our character and leads us to success.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Speech 2 – Save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Respected teachers and friends,</a:t>
            </a:r>
          </a:p>
          <a:p>
            <a:r>
              <a:t>Good morning everyone. Today, I am here to talk about ‘Saving the Environment’. </a:t>
            </a:r>
          </a:p>
          <a:p>
            <a:r>
              <a:t>Our planet is suffering due to pollution, deforestation, and global warming. </a:t>
            </a:r>
          </a:p>
          <a:p>
            <a:r>
              <a:t>It is our duty to plant trees, reduce waste, and use eco-friendly products. </a:t>
            </a:r>
          </a:p>
          <a:p>
            <a:r>
              <a:t>Let’s pledge to protect our planet for future generations.</a:t>
            </a:r>
          </a:p>
          <a:p>
            <a:r>
              <a:t>Thank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Using complex or confusing language</a:t>
            </a:r>
          </a:p>
          <a:p>
            <a:pPr/>
            <a:r>
              <a:t>Lack of structure or logical flow</a:t>
            </a:r>
          </a:p>
          <a:p>
            <a:pPr/>
            <a:r>
              <a:t>Exceeding word limit</a:t>
            </a:r>
          </a:p>
          <a:p>
            <a:pPr/>
            <a:r>
              <a:t>Ignoring audience engagement</a:t>
            </a:r>
          </a:p>
          <a:p>
            <a:pPr/>
            <a:r>
              <a:t>Weak conclusion or abrupt ending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Write a speech on the topic:</a:t>
            </a:r>
          </a:p>
          <a:p>
            <a:pPr/>
            <a:r>
              <a:t>‘Social Media: A Boon or a Bane?’</a:t>
            </a:r>
          </a:p>
          <a:p>
            <a:pPr/>
            <a:r>
              <a:t>Follow CBSE format and include introduction, body, and conclusion.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Speech writing is not just about words; it’s about expressing your heart with confidence and clarity. Practice regularly, and you’ll become a powerful and inspiring speaker.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